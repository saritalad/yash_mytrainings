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7354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07EE8-5D94-C64D-4C75-AD27142D0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BBE15-D5C2-C00E-20D8-0D3EAC672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E1A6D-592D-5A7B-9CEF-9B0541BC0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8331-E21A-4AFC-BCB0-47C6C40237AF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62479-6622-9F3A-2B5A-0858F3C66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2DCD1-1361-7D19-03DD-BA4B99BA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F99A-999B-400E-9144-9D5B61822F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266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22B66-8108-27CD-B007-2778A9FED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A6810-E7ED-070D-E6EC-679FD3778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BE8E2-26B0-1123-B535-9EC27DF2C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8331-E21A-4AFC-BCB0-47C6C40237AF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3228C-6FEE-EE30-B23D-3E252766F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69B0-D785-F4F2-21EC-FD251FE1F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F99A-999B-400E-9144-9D5B61822F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008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A4B5-5B74-4AE5-05AF-E5CDFDEF0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F331A-4284-DA5E-ED42-58EC7C0E4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62DFA-9F42-3444-2B10-67247C831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8331-E21A-4AFC-BCB0-47C6C40237AF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FA706-E339-1330-BF52-EBFD525FC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D91D8-6BA2-C881-962A-0EF2369A5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F99A-999B-400E-9144-9D5B61822F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41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D4C9C-A031-5D29-9881-94EF84283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982A8-D417-2222-59DA-8AFA81919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4421A-7F10-ADBF-2985-3F0852E61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43E63-F581-DBCD-99F2-1DD767CB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8331-E21A-4AFC-BCB0-47C6C40237AF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0B05E-3775-E9DC-CF76-DD774FE82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3BA6A-D4AA-1C85-BBCF-A47C3F7E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F99A-999B-400E-9144-9D5B61822F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914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ED658-6A4C-2B3E-6DDC-6C97E6CC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B83AE-F31A-3ACA-482F-058B9FFEC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4EB43-13E9-19FA-B7AA-506DA7D5C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CA91C-A477-9AD6-6FC8-A200952487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54F638-D908-3252-E0DF-82DBDADA5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067781-330C-05EC-AA6F-307985BDF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8331-E21A-4AFC-BCB0-47C6C40237AF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D0EC3D-340D-1C20-858A-5B2A21C3D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1EA37B-4EB8-F753-7D55-F7EF25E90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F99A-999B-400E-9144-9D5B61822F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968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F1957-0BB9-A05D-197B-FF879B39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BD755-8B20-03DA-4406-1BC62F11A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8331-E21A-4AFC-BCB0-47C6C40237AF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D3C6E-5D27-16CE-9B65-FB7A51B43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FE89C-5DC2-498E-5104-09AC8FFA2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F99A-999B-400E-9144-9D5B61822F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368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F14072-9613-B4CA-0565-5135C947B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8331-E21A-4AFC-BCB0-47C6C40237AF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CACBC-E563-3BE0-D3D4-E6F2B9F0B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72B55-3C89-F4AE-304A-774EC43D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F99A-999B-400E-9144-9D5B61822F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10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E62E-28DC-B01C-5968-9975B93AF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B993C-157E-87DF-0014-D74DCB64A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C6720-9DAE-C278-047C-CCC64BD03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0E940-F4F1-692C-5B9B-1EFCCE2B6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8331-E21A-4AFC-BCB0-47C6C40237AF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03645-B54D-22D1-42E7-89E09F51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28D89-C5FC-EF5C-B26C-93DF16B7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F99A-999B-400E-9144-9D5B61822F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910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09640-2DE9-9024-428D-CCCE6DDEA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2530C3-D22F-18CF-CB8B-6F23EB44C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46640-BD60-F103-2B9F-886DD74EA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9B78B-99DD-238F-944D-742396E3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8331-E21A-4AFC-BCB0-47C6C40237AF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DF1C3-C8B0-2672-F15C-A27D7A961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96D8B-E27E-17CE-FFF0-61D1836F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F99A-999B-400E-9144-9D5B61822F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753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E7C9-77FD-3698-D3B7-C6B716712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D3D795-E7BB-7780-4C02-730E375A2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738DF-1524-57A9-9A2A-BE8B35E0C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8331-E21A-4AFC-BCB0-47C6C40237AF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4FEE2-A725-8FD3-194E-3D006A022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8AC91-9D55-2040-1B45-7FAB1A9BB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F99A-999B-400E-9144-9D5B61822F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8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2CF327-70D4-AC7D-16DC-3E421E23F5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0FEB2-7EE9-3AB1-35E8-EF30B4EF6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D7BA9-AF12-3E02-03A0-3C71FFDE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A8331-E21A-4AFC-BCB0-47C6C40237AF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DBAB6-8DE6-5DA5-F19E-964C17A0A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C3ABE-0721-6E6D-1A36-579448D93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4F99A-999B-400E-9144-9D5B61822F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660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6D030-2016-415E-B6F2-0242F67E0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977" y="111851"/>
            <a:ext cx="11585331" cy="477837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rgbClr val="002060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75658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1326DE-7808-B467-44DC-E013C9CA8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23D0B-E937-76AF-556D-08322D63C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3C1-8C47-D523-C17B-8D5DC5BDA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A8331-E21A-4AFC-BCB0-47C6C40237AF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7D822-76A9-B921-C6AB-E688B76B06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8F858-6B64-BDEB-C7B8-F9FD59FE2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4F99A-999B-400E-9144-9D5B61822F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186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79EB9-D1EC-6C0F-B700-2A138D174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3942F-EF2A-27E3-E3CF-5173A23AEA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AZure</a:t>
            </a:r>
            <a:r>
              <a:rPr lang="en-US" dirty="0"/>
              <a:t>/ API Scale</a:t>
            </a:r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BD3F20-FD71-A208-E584-F8FD3B092A19}"/>
              </a:ext>
            </a:extLst>
          </p:cNvPr>
          <p:cNvSpPr/>
          <p:nvPr/>
        </p:nvSpPr>
        <p:spPr>
          <a:xfrm>
            <a:off x="1107846" y="1918422"/>
            <a:ext cx="1655178" cy="96915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/>
              <a:t>Request Resource (Trainee / E1)</a:t>
            </a:r>
          </a:p>
        </p:txBody>
      </p:sp>
      <p:pic>
        <p:nvPicPr>
          <p:cNvPr id="24" name="Picture 3" descr="C:\Users\sumeetm\Desktop\ISG\RM.png">
            <a:extLst>
              <a:ext uri="{FF2B5EF4-FFF2-40B4-BE49-F238E27FC236}">
                <a16:creationId xmlns:a16="http://schemas.microsoft.com/office/drawing/2014/main" id="{940B78B3-4B34-3078-AB80-B77F6A8B9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06" y="1503792"/>
            <a:ext cx="761444" cy="675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>
            <a:extLst>
              <a:ext uri="{FF2B5EF4-FFF2-40B4-BE49-F238E27FC236}">
                <a16:creationId xmlns:a16="http://schemas.microsoft.com/office/drawing/2014/main" id="{ED7556DD-30C9-FC79-D701-4CEE223E2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1324" y="959550"/>
            <a:ext cx="1154010" cy="734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4" name="Picture 3">
            <a:extLst>
              <a:ext uri="{FF2B5EF4-FFF2-40B4-BE49-F238E27FC236}">
                <a16:creationId xmlns:a16="http://schemas.microsoft.com/office/drawing/2014/main" id="{D4F8B625-1A08-AEDD-6B21-87C608765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5462" y="896076"/>
            <a:ext cx="945731" cy="707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5" name="Bent Arrow 9">
            <a:extLst>
              <a:ext uri="{FF2B5EF4-FFF2-40B4-BE49-F238E27FC236}">
                <a16:creationId xmlns:a16="http://schemas.microsoft.com/office/drawing/2014/main" id="{BC5FCB42-0E98-BDA3-4A67-491588228122}"/>
              </a:ext>
            </a:extLst>
          </p:cNvPr>
          <p:cNvSpPr/>
          <p:nvPr/>
        </p:nvSpPr>
        <p:spPr>
          <a:xfrm>
            <a:off x="1543830" y="1094725"/>
            <a:ext cx="1926541" cy="736560"/>
          </a:xfrm>
          <a:prstGeom prst="ben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CB3C26-B7AC-D391-D66C-8C7D7AAC63B1}"/>
              </a:ext>
            </a:extLst>
          </p:cNvPr>
          <p:cNvSpPr txBox="1"/>
          <p:nvPr/>
        </p:nvSpPr>
        <p:spPr>
          <a:xfrm>
            <a:off x="2845496" y="2137728"/>
            <a:ext cx="311252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  <a:scene3d>
              <a:camera prst="orthographicFront">
                <a:rot lat="596138" lon="21243735" rev="21268896"/>
              </a:camera>
              <a:lightRig rig="threePt" dir="t"/>
            </a:scene3d>
            <a:flatTx/>
          </a:bodyPr>
          <a:lstStyle/>
          <a:p>
            <a:r>
              <a:rPr lang="en-IN" sz="1200" b="1" dirty="0"/>
              <a:t>Identify skilled resources with knowledge of</a:t>
            </a:r>
          </a:p>
          <a:p>
            <a:r>
              <a:rPr lang="en-IN" sz="1200" b="1" dirty="0"/>
              <a:t>Stream 1: </a:t>
            </a:r>
            <a:r>
              <a:rPr lang="en-IN" sz="1200" b="1" dirty="0" err="1"/>
              <a:t>.Net</a:t>
            </a:r>
            <a:r>
              <a:rPr lang="en-IN" sz="1200" b="1" dirty="0"/>
              <a:t> Framework</a:t>
            </a:r>
          </a:p>
        </p:txBody>
      </p:sp>
      <p:sp>
        <p:nvSpPr>
          <p:cNvPr id="48" name="Striped Right Arrow 12">
            <a:extLst>
              <a:ext uri="{FF2B5EF4-FFF2-40B4-BE49-F238E27FC236}">
                <a16:creationId xmlns:a16="http://schemas.microsoft.com/office/drawing/2014/main" id="{3359F604-FFA5-D68F-6808-B9D13F5AE048}"/>
              </a:ext>
            </a:extLst>
          </p:cNvPr>
          <p:cNvSpPr/>
          <p:nvPr/>
        </p:nvSpPr>
        <p:spPr>
          <a:xfrm>
            <a:off x="85142" y="2305717"/>
            <a:ext cx="943510" cy="345531"/>
          </a:xfrm>
          <a:prstGeom prst="striped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4DCC29-ABC1-2FD7-B108-2860F10278E6}"/>
              </a:ext>
            </a:extLst>
          </p:cNvPr>
          <p:cNvSpPr txBox="1"/>
          <p:nvPr/>
        </p:nvSpPr>
        <p:spPr>
          <a:xfrm>
            <a:off x="6608056" y="1844716"/>
            <a:ext cx="172958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  <a:scene3d>
              <a:camera prst="orthographicFront">
                <a:rot lat="596138" lon="21243735" rev="21268896"/>
              </a:camera>
              <a:lightRig rig="threePt" dir="t"/>
            </a:scene3d>
            <a:flatTx/>
          </a:bodyPr>
          <a:lstStyle/>
          <a:p>
            <a:pPr algn="ctr"/>
            <a:r>
              <a:rPr lang="en-IN" sz="1000" b="1"/>
              <a:t>Practical Upscaling – 4 weeks</a:t>
            </a:r>
          </a:p>
          <a:p>
            <a:pPr algn="ctr"/>
            <a:endParaRPr lang="en-IN" sz="1000" b="1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F155D2A-B17D-111A-55A8-51348FF99DF8}"/>
              </a:ext>
            </a:extLst>
          </p:cNvPr>
          <p:cNvSpPr/>
          <p:nvPr/>
        </p:nvSpPr>
        <p:spPr>
          <a:xfrm>
            <a:off x="7883685" y="5001795"/>
            <a:ext cx="1980793" cy="775326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AWS Backend Developer – 4 Weeks Upscaling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A5C8194-7781-1B01-33B1-E8AF0EF09E25}"/>
              </a:ext>
            </a:extLst>
          </p:cNvPr>
          <p:cNvSpPr/>
          <p:nvPr/>
        </p:nvSpPr>
        <p:spPr>
          <a:xfrm>
            <a:off x="3632479" y="729381"/>
            <a:ext cx="1422586" cy="1166724"/>
          </a:xfrm>
          <a:prstGeom prst="ellipse">
            <a:avLst/>
          </a:prstGeom>
          <a:noFill/>
          <a:ln>
            <a:solidFill>
              <a:srgbClr val="005B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pic>
        <p:nvPicPr>
          <p:cNvPr id="53" name="Picture 5">
            <a:extLst>
              <a:ext uri="{FF2B5EF4-FFF2-40B4-BE49-F238E27FC236}">
                <a16:creationId xmlns:a16="http://schemas.microsoft.com/office/drawing/2014/main" id="{62F5E42F-1991-30DA-FC9E-A7A6F9726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6413" y="1060076"/>
            <a:ext cx="502055" cy="42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916B3889-90C5-9095-5D65-18374BDDDEE3}"/>
              </a:ext>
            </a:extLst>
          </p:cNvPr>
          <p:cNvSpPr txBox="1"/>
          <p:nvPr/>
        </p:nvSpPr>
        <p:spPr>
          <a:xfrm>
            <a:off x="9065178" y="1922448"/>
            <a:ext cx="2513445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  <a:scene3d>
              <a:camera prst="orthographicFront">
                <a:rot lat="596138" lon="21243735" rev="21268896"/>
              </a:camera>
              <a:lightRig rig="threePt" dir="t"/>
            </a:scene3d>
            <a:flatTx/>
          </a:bodyPr>
          <a:lstStyle/>
          <a:p>
            <a:pPr algn="ctr"/>
            <a:r>
              <a:rPr lang="en-IN" sz="1000" b="1"/>
              <a:t>Evaluation using hackathon and discussion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B953560-67D9-241E-82B5-5CEE8DCB990F}"/>
              </a:ext>
            </a:extLst>
          </p:cNvPr>
          <p:cNvCxnSpPr>
            <a:cxnSpLocks/>
          </p:cNvCxnSpPr>
          <p:nvPr/>
        </p:nvCxnSpPr>
        <p:spPr>
          <a:xfrm>
            <a:off x="10256925" y="1819655"/>
            <a:ext cx="1500" cy="708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83821F0A-E46E-B577-3FC2-431BE6DA6C35}"/>
              </a:ext>
            </a:extLst>
          </p:cNvPr>
          <p:cNvCxnSpPr>
            <a:cxnSpLocks/>
          </p:cNvCxnSpPr>
          <p:nvPr/>
        </p:nvCxnSpPr>
        <p:spPr>
          <a:xfrm rot="5400000">
            <a:off x="9942159" y="3752882"/>
            <a:ext cx="629536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A4F2863-8D8A-60CC-0470-489DB5DF6AFB}"/>
              </a:ext>
            </a:extLst>
          </p:cNvPr>
          <p:cNvSpPr txBox="1"/>
          <p:nvPr/>
        </p:nvSpPr>
        <p:spPr>
          <a:xfrm>
            <a:off x="9686883" y="3578467"/>
            <a:ext cx="113459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  <a:scene3d>
              <a:camera prst="orthographicFront">
                <a:rot lat="596138" lon="21243735" rev="21268896"/>
              </a:camera>
              <a:lightRig rig="threePt" dir="t"/>
            </a:scene3d>
            <a:flatTx/>
          </a:bodyPr>
          <a:lstStyle/>
          <a:p>
            <a:pPr algn="ctr"/>
            <a:r>
              <a:rPr lang="en-IN" b="1" dirty="0"/>
              <a:t>YES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706BE737-9B12-8BFE-AF9C-B7E6548C55D4}"/>
              </a:ext>
            </a:extLst>
          </p:cNvPr>
          <p:cNvCxnSpPr>
            <a:cxnSpLocks/>
          </p:cNvCxnSpPr>
          <p:nvPr/>
        </p:nvCxnSpPr>
        <p:spPr>
          <a:xfrm rot="10800000" flipV="1">
            <a:off x="7172325" y="3405261"/>
            <a:ext cx="3067050" cy="9866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37CEC92-377E-0D88-B582-F8365A3F9CB4}"/>
              </a:ext>
            </a:extLst>
          </p:cNvPr>
          <p:cNvSpPr txBox="1"/>
          <p:nvPr/>
        </p:nvSpPr>
        <p:spPr>
          <a:xfrm>
            <a:off x="8179353" y="3832776"/>
            <a:ext cx="113459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  <a:scene3d>
              <a:camera prst="orthographicFront">
                <a:rot lat="596138" lon="21243735" rev="21268896"/>
              </a:camera>
              <a:lightRig rig="threePt" dir="t"/>
            </a:scene3d>
            <a:flatTx/>
          </a:bodyPr>
          <a:lstStyle/>
          <a:p>
            <a:pPr algn="ctr"/>
            <a:r>
              <a:rPr lang="en-IN" b="1"/>
              <a:t>NO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7A9B1BF-E103-4FEE-B572-ADEB55FA3D81}"/>
              </a:ext>
            </a:extLst>
          </p:cNvPr>
          <p:cNvSpPr/>
          <p:nvPr/>
        </p:nvSpPr>
        <p:spPr>
          <a:xfrm>
            <a:off x="1131260" y="3985346"/>
            <a:ext cx="1980793" cy="775326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/>
              <a:t>Release to RMG and provide feedback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F3B49A8-C7D4-D1AD-19EC-1C0DADB2AAD3}"/>
              </a:ext>
            </a:extLst>
          </p:cNvPr>
          <p:cNvCxnSpPr>
            <a:cxnSpLocks/>
            <a:endCxn id="62" idx="6"/>
          </p:cNvCxnSpPr>
          <p:nvPr/>
        </p:nvCxnSpPr>
        <p:spPr>
          <a:xfrm flipH="1" flipV="1">
            <a:off x="3112053" y="4373009"/>
            <a:ext cx="1679022" cy="18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4F2D395-36B0-DB68-7D22-9FF37592CA82}"/>
              </a:ext>
            </a:extLst>
          </p:cNvPr>
          <p:cNvSpPr txBox="1"/>
          <p:nvPr/>
        </p:nvSpPr>
        <p:spPr>
          <a:xfrm>
            <a:off x="3331128" y="4194726"/>
            <a:ext cx="113459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  <a:scene3d>
              <a:camera prst="orthographicFront">
                <a:rot lat="596138" lon="21243735" rev="21268896"/>
              </a:camera>
              <a:lightRig rig="threePt" dir="t"/>
            </a:scene3d>
            <a:flatTx/>
          </a:bodyPr>
          <a:lstStyle/>
          <a:p>
            <a:pPr algn="ctr"/>
            <a:r>
              <a:rPr lang="en-IN" b="1"/>
              <a:t>NO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EA9D495-8B10-17AC-C86F-654F52BD6887}"/>
              </a:ext>
            </a:extLst>
          </p:cNvPr>
          <p:cNvCxnSpPr>
            <a:cxnSpLocks/>
          </p:cNvCxnSpPr>
          <p:nvPr/>
        </p:nvCxnSpPr>
        <p:spPr>
          <a:xfrm flipV="1">
            <a:off x="5981700" y="1359236"/>
            <a:ext cx="0" cy="2588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C7384EA-7A80-7B18-A8EB-9EBCFF2398E8}"/>
              </a:ext>
            </a:extLst>
          </p:cNvPr>
          <p:cNvSpPr txBox="1"/>
          <p:nvPr/>
        </p:nvSpPr>
        <p:spPr>
          <a:xfrm>
            <a:off x="5398053" y="3470826"/>
            <a:ext cx="113459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  <a:scene3d>
              <a:camera prst="orthographicFront">
                <a:rot lat="596138" lon="21243735" rev="21268896"/>
              </a:camera>
              <a:lightRig rig="threePt" dir="t"/>
            </a:scene3d>
            <a:flatTx/>
          </a:bodyPr>
          <a:lstStyle/>
          <a:p>
            <a:pPr algn="ctr"/>
            <a:r>
              <a:rPr lang="en-IN" b="1"/>
              <a:t>YES</a:t>
            </a: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A42E1F3C-EE34-F22D-79D6-3098417B0DD2}"/>
              </a:ext>
            </a:extLst>
          </p:cNvPr>
          <p:cNvCxnSpPr>
            <a:cxnSpLocks/>
          </p:cNvCxnSpPr>
          <p:nvPr/>
        </p:nvCxnSpPr>
        <p:spPr>
          <a:xfrm flipV="1">
            <a:off x="5963583" y="1318529"/>
            <a:ext cx="3112526" cy="576804"/>
          </a:xfrm>
          <a:prstGeom prst="bentConnector3">
            <a:avLst>
              <a:gd name="adj1" fmla="val 100188"/>
            </a:avLst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0747028C-F906-85DE-D5FA-3B3E565A6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989542"/>
              </p:ext>
            </p:extLst>
          </p:nvPr>
        </p:nvGraphicFramePr>
        <p:xfrm>
          <a:off x="6168982" y="2085351"/>
          <a:ext cx="2705100" cy="1263476"/>
        </p:xfrm>
        <a:graphic>
          <a:graphicData uri="http://schemas.openxmlformats.org/drawingml/2006/table">
            <a:tbl>
              <a:tblPr/>
              <a:tblGrid>
                <a:gridCol w="1969083">
                  <a:extLst>
                    <a:ext uri="{9D8B030D-6E8A-4147-A177-3AD203B41FA5}">
                      <a16:colId xmlns:a16="http://schemas.microsoft.com/office/drawing/2014/main" val="3592667390"/>
                    </a:ext>
                  </a:extLst>
                </a:gridCol>
                <a:gridCol w="736017">
                  <a:extLst>
                    <a:ext uri="{9D8B030D-6E8A-4147-A177-3AD203B41FA5}">
                      <a16:colId xmlns:a16="http://schemas.microsoft.com/office/drawing/2014/main" val="3987827533"/>
                    </a:ext>
                  </a:extLst>
                </a:gridCol>
              </a:tblGrid>
              <a:tr h="18412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Upscaling (Stream Based)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972026"/>
                  </a:ext>
                </a:extLst>
              </a:tr>
              <a:tr h="18412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Topic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Duration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595835"/>
                  </a:ext>
                </a:extLst>
              </a:tr>
              <a:tr h="18412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Asp.net Core Web API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Day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888651"/>
                  </a:ext>
                </a:extLst>
              </a:tr>
              <a:tr h="18412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Azure PaaS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 Days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728913"/>
                  </a:ext>
                </a:extLst>
              </a:tr>
              <a:tr h="18412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Angular 16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 Days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821068"/>
                  </a:ext>
                </a:extLst>
              </a:tr>
              <a:tr h="18412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React JS 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 days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382705"/>
                  </a:ext>
                </a:extLst>
              </a:tr>
              <a:tr h="1587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Testing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Day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902557"/>
                  </a:ext>
                </a:extLst>
              </a:tr>
            </a:tbl>
          </a:graphicData>
        </a:graphic>
      </p:graphicFrame>
      <p:sp>
        <p:nvSpPr>
          <p:cNvPr id="69" name="Oval 68">
            <a:extLst>
              <a:ext uri="{FF2B5EF4-FFF2-40B4-BE49-F238E27FC236}">
                <a16:creationId xmlns:a16="http://schemas.microsoft.com/office/drawing/2014/main" id="{B241D549-9373-DFE1-EDE3-2F41A3FEB827}"/>
              </a:ext>
            </a:extLst>
          </p:cNvPr>
          <p:cNvSpPr/>
          <p:nvPr/>
        </p:nvSpPr>
        <p:spPr>
          <a:xfrm>
            <a:off x="10211207" y="5035818"/>
            <a:ext cx="1980793" cy="775326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API Developer – 4 Week upscaling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0C7F713-9DB2-7F74-01D0-1FC6096E915D}"/>
              </a:ext>
            </a:extLst>
          </p:cNvPr>
          <p:cNvSpPr/>
          <p:nvPr/>
        </p:nvSpPr>
        <p:spPr>
          <a:xfrm>
            <a:off x="9272880" y="4060713"/>
            <a:ext cx="1980793" cy="775326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Identify Advance Stream / Need 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34BE8841-7ACC-331F-AF2F-022DFE518A06}"/>
              </a:ext>
            </a:extLst>
          </p:cNvPr>
          <p:cNvCxnSpPr>
            <a:cxnSpLocks/>
            <a:stCxn id="70" idx="2"/>
            <a:endCxn id="50" idx="0"/>
          </p:cNvCxnSpPr>
          <p:nvPr/>
        </p:nvCxnSpPr>
        <p:spPr>
          <a:xfrm rot="10800000" flipV="1">
            <a:off x="8874082" y="4448375"/>
            <a:ext cx="398798" cy="5534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D88BFD71-A33C-5002-2695-9FA6D231DA26}"/>
              </a:ext>
            </a:extLst>
          </p:cNvPr>
          <p:cNvCxnSpPr>
            <a:cxnSpLocks/>
            <a:stCxn id="70" idx="6"/>
          </p:cNvCxnSpPr>
          <p:nvPr/>
        </p:nvCxnSpPr>
        <p:spPr>
          <a:xfrm>
            <a:off x="11253673" y="4448376"/>
            <a:ext cx="377906" cy="5534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Left Brace 72">
            <a:extLst>
              <a:ext uri="{FF2B5EF4-FFF2-40B4-BE49-F238E27FC236}">
                <a16:creationId xmlns:a16="http://schemas.microsoft.com/office/drawing/2014/main" id="{0A1CAFD9-0094-012F-DE75-EC00E7318581}"/>
              </a:ext>
            </a:extLst>
          </p:cNvPr>
          <p:cNvSpPr/>
          <p:nvPr/>
        </p:nvSpPr>
        <p:spPr>
          <a:xfrm rot="16200000">
            <a:off x="9761172" y="5516509"/>
            <a:ext cx="606978" cy="988828"/>
          </a:xfrm>
          <a:prstGeom prst="leftBrace">
            <a:avLst>
              <a:gd name="adj1" fmla="val 8333"/>
              <a:gd name="adj2" fmla="val 5239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E4396B7-7C46-F9CB-A99F-3840426D0C37}"/>
              </a:ext>
            </a:extLst>
          </p:cNvPr>
          <p:cNvSpPr/>
          <p:nvPr/>
        </p:nvSpPr>
        <p:spPr>
          <a:xfrm>
            <a:off x="4627263" y="5775981"/>
            <a:ext cx="1980793" cy="775326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Ready for Deployment</a:t>
            </a: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3C0033E4-57D0-2177-AD01-8FC6630CA2AD}"/>
              </a:ext>
            </a:extLst>
          </p:cNvPr>
          <p:cNvCxnSpPr>
            <a:cxnSpLocks/>
          </p:cNvCxnSpPr>
          <p:nvPr/>
        </p:nvCxnSpPr>
        <p:spPr>
          <a:xfrm rot="5400000" flipH="1">
            <a:off x="8325989" y="4474063"/>
            <a:ext cx="23293" cy="3515368"/>
          </a:xfrm>
          <a:prstGeom prst="bentConnector4">
            <a:avLst>
              <a:gd name="adj1" fmla="val 68471"/>
              <a:gd name="adj2" fmla="val 546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ight Arrow 10">
            <a:extLst>
              <a:ext uri="{FF2B5EF4-FFF2-40B4-BE49-F238E27FC236}">
                <a16:creationId xmlns:a16="http://schemas.microsoft.com/office/drawing/2014/main" id="{BE898B18-29D2-2872-1E98-24B048837956}"/>
              </a:ext>
            </a:extLst>
          </p:cNvPr>
          <p:cNvSpPr/>
          <p:nvPr/>
        </p:nvSpPr>
        <p:spPr>
          <a:xfrm>
            <a:off x="5117655" y="1128511"/>
            <a:ext cx="1327122" cy="298016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81" name="Right Arrow 10">
            <a:extLst>
              <a:ext uri="{FF2B5EF4-FFF2-40B4-BE49-F238E27FC236}">
                <a16:creationId xmlns:a16="http://schemas.microsoft.com/office/drawing/2014/main" id="{A8078F9A-EB18-4BD2-3EC4-DAB72134BA14}"/>
              </a:ext>
            </a:extLst>
          </p:cNvPr>
          <p:cNvSpPr/>
          <p:nvPr/>
        </p:nvSpPr>
        <p:spPr>
          <a:xfrm>
            <a:off x="8172172" y="1063770"/>
            <a:ext cx="1327123" cy="298016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Flowchart: Decision 81">
            <a:extLst>
              <a:ext uri="{FF2B5EF4-FFF2-40B4-BE49-F238E27FC236}">
                <a16:creationId xmlns:a16="http://schemas.microsoft.com/office/drawing/2014/main" id="{7F6DF6BB-A7B9-F90F-378A-6413D4BE8BEF}"/>
              </a:ext>
            </a:extLst>
          </p:cNvPr>
          <p:cNvSpPr/>
          <p:nvPr/>
        </p:nvSpPr>
        <p:spPr>
          <a:xfrm>
            <a:off x="9073481" y="2534522"/>
            <a:ext cx="2381250" cy="888240"/>
          </a:xfrm>
          <a:prstGeom prst="flowChartDecision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/>
              <a:t>Selected ?</a:t>
            </a:r>
          </a:p>
        </p:txBody>
      </p:sp>
      <p:sp>
        <p:nvSpPr>
          <p:cNvPr id="83" name="Flowchart: Decision 82">
            <a:extLst>
              <a:ext uri="{FF2B5EF4-FFF2-40B4-BE49-F238E27FC236}">
                <a16:creationId xmlns:a16="http://schemas.microsoft.com/office/drawing/2014/main" id="{F392D518-3E01-CC75-989F-F0AF214F2300}"/>
              </a:ext>
            </a:extLst>
          </p:cNvPr>
          <p:cNvSpPr/>
          <p:nvPr/>
        </p:nvSpPr>
        <p:spPr>
          <a:xfrm>
            <a:off x="4774154" y="3935272"/>
            <a:ext cx="2381250" cy="888240"/>
          </a:xfrm>
          <a:prstGeom prst="flowChartDecision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/>
              <a:t>Another Chance ?</a:t>
            </a:r>
          </a:p>
        </p:txBody>
      </p:sp>
    </p:spTree>
    <p:extLst>
      <p:ext uri="{BB962C8B-B14F-4D97-AF65-F5344CB8AC3E}">
        <p14:creationId xmlns:p14="http://schemas.microsoft.com/office/powerpoint/2010/main" val="4261407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99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Office Theme</vt:lpstr>
      <vt:lpstr>AZure/ API Scale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/ API Scale</dc:title>
  <dc:creator>Shailesh Sharma</dc:creator>
  <cp:lastModifiedBy>Sarita  Lad</cp:lastModifiedBy>
  <cp:revision>5</cp:revision>
  <dcterms:created xsi:type="dcterms:W3CDTF">2024-11-06T04:54:29Z</dcterms:created>
  <dcterms:modified xsi:type="dcterms:W3CDTF">2024-11-18T11:00:03Z</dcterms:modified>
</cp:coreProperties>
</file>